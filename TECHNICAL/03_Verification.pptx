
<file path=[Content_Types].xml><?xml version="1.0" encoding="utf-8"?>
<Types xmlns="http://schemas.openxmlformats.org/package/2006/content-types">
  <Default Extension="bin" ContentType="application/vnd.openxmlformats-officedocument.presentationml.printerSettings"/>
  <Default Extension="jpeg" ContentType="image/jpe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package/2006/relationships/metadata/thumbnail" Target="docProps/thumbnail.jpeg"/><Relationship Id="rId3" Type="http://schemas.openxmlformats.org/package/2006/relationships/metadata/core-properties" Target="docProps/core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7"/>
    <p:sldId id="257" r:id="rId8"/>
    <p:sldId id="258" r:id="rId9"/>
    <p:sldId id="259" r:id="rId10"/>
    <p:sldId id="260" r:id="rId11"/>
  </p:sldIdLst>
  <p:sldSz cx="9144000" cy="6858000" type="screen4x3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 snapToObjects="1">
      <p:cViewPr varScale="1">
        <p:scale>
          <a:sx n="124" d="100"/>
          <a:sy n="124" d="100"/>
        </p:scale>
        <p:origin x="-1512" y="-112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printerSettings" Target="printerSettings/printerSettings1.bin"/><Relationship Id="rId3" Type="http://schemas.openxmlformats.org/officeDocument/2006/relationships/presProps" Target="presProps.xml"/><Relationship Id="rId4" Type="http://schemas.openxmlformats.org/officeDocument/2006/relationships/viewProps" Target="viewProps.xml"/><Relationship Id="rId5" Type="http://schemas.openxmlformats.org/officeDocument/2006/relationships/theme" Target="theme/theme1.xml"/><Relationship Id="rId6" Type="http://schemas.openxmlformats.org/officeDocument/2006/relationships/tableStyles" Target="tableStyles.xml"/><Relationship Id="rId7" Type="http://schemas.openxmlformats.org/officeDocument/2006/relationships/slide" Target="slides/slide1.xml"/><Relationship Id="rId8" Type="http://schemas.openxmlformats.org/officeDocument/2006/relationships/slide" Target="slides/slide2.xml"/><Relationship Id="rId9" Type="http://schemas.openxmlformats.org/officeDocument/2006/relationships/slide" Target="slides/slide3.xml"/><Relationship Id="rId10" Type="http://schemas.openxmlformats.org/officeDocument/2006/relationships/slide" Target="slides/slide4.xml"/><Relationship Id="rId11" Type="http://schemas.openxmlformats.org/officeDocument/2006/relationships/slide" Target="slides/slide5.xml"/></Relationships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Relationship Id="rId9" Type="http://schemas.openxmlformats.org/officeDocument/2006/relationships/slideLayout" Target="../slideLayouts/slideLayout9.xml"/><Relationship Id="rId10" Type="http://schemas.openxmlformats.org/officeDocument/2006/relationships/slideLayout" Target="../slideLayouts/slideLayout10.xml"/><Relationship Id="rId11" Type="http://schemas.openxmlformats.org/officeDocument/2006/relationships/slideLayout" Target="../slideLayouts/slideLayout11.xml"/><Relationship Id="rId1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slide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457200" y="2286000"/>
            <a:ext cx="10972800" cy="18288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sz="3600" b="1"/>
              <a:t>03 Verification</a:t>
            </a:r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457200" y="1097280"/>
            <a:ext cx="10972800" cy="54864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t>Project: K_GRAPHIFY</a:t>
            </a:r>
          </a:p>
          <a:p>
            <a:r>
              <a:t>Tier: TIER_4_INFERENCE_AGENTS</a:t>
            </a:r>
          </a:p>
          <a:p>
            <a:r>
              <a:t>Identity: Upstream networkx/networkx @ 92f497e2eb81 (BSD-3-Clause)</a:t>
            </a:r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457200" y="274320"/>
            <a:ext cx="10972800" cy="7315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t>Purpose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457200" y="1097280"/>
            <a:ext cx="10972800" cy="54864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t>Architecture, provenance, and verification.</a:t>
            </a:r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457200" y="274320"/>
            <a:ext cx="10972800" cy="7315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t>This project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457200" y="1097280"/>
            <a:ext cx="10972800" cy="54864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t>| Fact | Value |</a:t>
            </a:r>
          </a:p>
          <a:p>
            <a:r>
              <a:t>| --- | --- |</a:t>
            </a:r>
          </a:p>
          <a:p>
            <a:r>
              <a:t>| Upstream | networkx/networkx |</a:t>
            </a:r>
          </a:p>
          <a:p>
            <a:r>
              <a:t>| Commit | 92f497e2eb8192d1ce9205595f512294e4a9b696 |</a:t>
            </a:r>
          </a:p>
          <a:p>
            <a:r>
              <a:t>| Upstream licence | BSD-3-Clause |</a:t>
            </a:r>
          </a:p>
          <a:p>
            <a:r>
              <a:t>| Licence class | permissive |</a:t>
            </a:r>
          </a:p>
          <a:p>
            <a:r>
              <a:t>| Clone size | 10.16 MB |</a:t>
            </a:r>
          </a:p>
          <a:p>
            <a:r>
              <a:t>| Ledger | 0 blocks, chain verified |</a:t>
            </a:r>
          </a:p>
          <a:p>
            <a:r>
              <a:t>| Current TRL | NOT YET MEASURED |</a:t>
            </a:r>
          </a:p>
          <a:p>
            <a:r>
              <a:t>| Post-optimisation TRL | NOT YET MEASURED |</a:t>
            </a:r>
          </a:p>
          <a:p>
            <a:r>
              <a:t>| II budget cap | 1000.0 IIU |</a:t>
            </a:r>
          </a:p>
          <a:p>
            <a:r>
              <a:t>| Verified upstream edits | 1 |</a:t>
            </a:r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457200" y="274320"/>
            <a:ext cx="10972800" cy="7315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t>Known gaps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457200" y="1097280"/>
            <a:ext cx="10972800" cy="54864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t>Everything above is read from an artifact. Where this document says</a:t>
            </a:r>
          </a:p>
          <a:p>
            <a:r>
              <a:t>NOT YET MEASURED, the value has not been measured for K_GRAPHIFY as of</a:t>
            </a:r>
          </a:p>
          <a:p>
            <a:r>
              <a:t>generation. Filling those in requires a run or a decision, not editing.</a:t>
            </a: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1</TotalTime>
  <Words>0</Words>
  <Application>Microsoft Macintosh PowerPoint</Application>
  <PresentationFormat>On-screen Show (4:3)</PresentationFormat>
  <Paragraphs>0</Paragraphs>
  <Slides>0</Slides>
  <Notes>0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0</vt:i4>
      </vt:variant>
    </vt:vector>
  </HeadingPairs>
  <TitlesOfParts>
    <vt:vector size="1" baseType="lpstr">
      <vt:lpstr>Office Theme</vt:lpstr>
    </vt:vector>
  </TitlesOfParts>
  <Manager/>
  <Company/>
  <LinksUpToDate>false</LinksUpToDate>
  <SharedDoc>false</SharedDoc>
  <HyperlinkBase/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subject/>
  <dc:creator/>
  <cp:keywords/>
  <dc:description>generated using python-pptx</dc:description>
  <cp:lastModifiedBy>Steve Canny</cp:lastModifiedBy>
  <cp:revision>1</cp:revision>
  <dcterms:created xsi:type="dcterms:W3CDTF">2013-01-27T09:14:16Z</dcterms:created>
  <dcterms:modified xsi:type="dcterms:W3CDTF">2013-01-27T09:15:58Z</dcterms:modified>
  <cp:category/>
</cp:coreProperties>
</file>