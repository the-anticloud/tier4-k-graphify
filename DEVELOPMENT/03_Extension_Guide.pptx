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K_GRAPHIFY</a:t>
            </a:r>
          </a:p>
          <a:p>
            <a:r>
              <a:t>Tier: TIER_4_INFERENCE_AGENTS</a:t>
            </a:r>
          </a:p>
          <a:p>
            <a:r>
              <a:t>Identity: Upstream networkx/networkx @ 92f497e2eb81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networkx/networkx |</a:t>
            </a:r>
          </a:p>
          <a:p>
            <a:r>
              <a:t>| Commit | 92f497e2eb8192d1ce9205595f512294e4a9b696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10.16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K_GRAPHIFY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